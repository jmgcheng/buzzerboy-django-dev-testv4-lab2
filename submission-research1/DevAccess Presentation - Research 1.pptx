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FD13-D9CD-45AB-8311-F04130F8B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E8EC1-7654-4E23-A396-47CA9FF0B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9952-0619-4B5D-BE0D-F730410B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C830A-C830-496E-BEFD-CC5EED53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1964E-6F3F-4368-8644-FC19A01F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9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90AE-995C-45FC-BF6A-30CF4CDB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52E5-E693-47B3-A29F-5704C7919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B9700-ABAC-46A2-A727-392F8CC3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6EC85-F273-4CE0-AF3F-1D4DBD1A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3D883-910A-45DA-98CE-7DC66C51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4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CC9B-F0FA-4C4F-9FCC-164C4541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A4179-F80B-4CB3-BEBF-00B84B1C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09ECD-B345-4CC6-9709-C5B11EC64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9103E-251B-40F4-B313-6E073F3C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3D762-6462-45A4-873E-EEBF12F6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9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B509-A4A7-4A72-8A3C-12AC8FC1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05FC6-E0E5-4143-8346-A7C3F2E0C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6FF2C-1DFC-444F-9DE1-56123BEEE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26BB6-EE6F-4704-BF40-D0B67C58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5FC93-4896-4293-8C5F-146614C3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31B39-9E9E-45DB-B254-F0D86E60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7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36A4-0A09-4907-BB1C-A42CE92A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53DE9-CF13-4C2C-BBA2-5D48C853B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6CECB-BC86-41A7-A0B8-E64EB2B44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D485C-89DC-46D3-86AE-5BB54A777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7F7C2-D1A7-4610-B554-00AFAF16B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BC34F-1ED5-459C-8182-5F5D4924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024EF-CACB-479D-BFD1-A31D01C7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22C65-F131-4678-B031-E24E1B81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796B-A205-439B-BAAB-114630D4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6E3EE-A144-45E1-88FA-A51D2885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0975A-3B22-4D37-87E4-0DE3A1A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951C6-06CF-430C-A683-3F9397F0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2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CCA196-76AE-4910-9BEB-C875B890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FFEE9-D477-45F9-B4CF-2DC72493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0624E-1F3F-4D85-84B2-02435630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ED95-B819-49FB-89F2-A63067DA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0032-D0D5-4215-B5C3-8B5175313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9404D-2E00-4C5E-9122-7A0BBFAA8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F2A8E-6FB2-4F1F-BC02-F30037AE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DE4D2-89A1-4194-A97A-33089EE5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05445-1A6B-4961-832E-5F6DF33D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4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E522-DCCC-455D-ACB1-80C1D9E2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DDA58-B193-4AC1-8C1C-48D81C84D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AB3A6-3D46-454F-B615-216C6DACA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AFC00-C39C-4BC6-BCB5-6A77AA63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B0313-C430-475A-8982-67F97DC4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EEED3-E018-405B-B84C-CD4079A3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2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2477-BA35-4F55-9E64-3801D9CA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545A5-99E8-4E7E-8003-BB263CC49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E320-F61E-4940-93C7-6E6BDAFD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B753F-C62A-48F7-9CD5-C9320168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91351-F628-49F8-8B36-F2CB72C0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6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E65F3-DBF4-4CF9-948D-592F90C0D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B7D29-D92A-45BA-85FC-38F4F36A2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93E11-C1CF-413E-A6DF-18A70EDC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54EDB-FCFE-454E-B9C1-54A8BC33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DC2B-5362-485E-ADDB-5ECF4D4A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8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20E02-2333-4696-B4A5-0649CB16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9312-DEA8-4BED-A04B-06DFE0BC2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62E1-5DB8-4316-A28A-418099386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CCA39-95CF-4F96-8AB6-E3654F71645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3360-F685-4274-8B04-4C599846F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2703-0B27-4649-99A6-05801973A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E2B2C-1A96-4428-9B97-74E4C154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0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300" b="1" dirty="0" err="1"/>
              <a:t>DevAccess</a:t>
            </a:r>
            <a:r>
              <a:rPr lang="en-US" sz="3300" b="1" dirty="0"/>
              <a:t>: </a:t>
            </a:r>
            <a:r>
              <a:rPr lang="en-US" sz="3300" dirty="0"/>
              <a:t>Secure, Efficient Developer Access Management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F1B40A3-77E2-4C3D-A925-3EACD9AB12C3}"/>
              </a:ext>
            </a:extLst>
          </p:cNvPr>
          <p:cNvSpPr txBox="1">
            <a:spLocks/>
          </p:cNvSpPr>
          <p:nvPr/>
        </p:nvSpPr>
        <p:spPr>
          <a:xfrm>
            <a:off x="9386046" y="6479708"/>
            <a:ext cx="2805953" cy="378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/>
              <a:t>Presented by </a:t>
            </a:r>
            <a:r>
              <a:rPr lang="en-US" sz="1500" i="1"/>
              <a:t>Jan Michael Cheng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F25C4C-BFAA-4657-9086-BC9EDFFFE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681" y="1447523"/>
            <a:ext cx="421063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3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The Challenge:</a:t>
            </a:r>
            <a:r>
              <a:rPr lang="en-US" sz="3600" dirty="0"/>
              <a:t> Managing Access is Slow and Risky</a:t>
            </a:r>
            <a:endParaRPr lang="en-US" sz="33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9013ED-7167-44E5-9CAB-AAF196C85C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3718" y="1341842"/>
            <a:ext cx="779572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Developers often need temporary access to staging or production.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Current approval processes are manual, insecure, and time-consuming.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Managers lack visibility and audit trails.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This leads to bottlenecks and potential security breaches.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66EE7-5CF8-4F50-88F9-9F47A965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226" y="3368793"/>
            <a:ext cx="4525006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08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What if Access Requests Were Fast, Auditable, and Secure?</a:t>
            </a:r>
            <a:endParaRPr lang="en-US" sz="33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9013ED-7167-44E5-9CAB-AAF196C85C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3718" y="1341842"/>
            <a:ext cx="648767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Automation reduces wait time from hours → seconds.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Built-in approvals meet compliance requirements.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Centralized system logs every access.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Improves productivity and trust between Dev &amp; Ops teams.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F60BFA-280D-4563-9861-166892BA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93" y="3116686"/>
            <a:ext cx="3705742" cy="3296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3F5EF9-24E0-49FE-9573-114DA4252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06" y="2777742"/>
            <a:ext cx="2212837" cy="368806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D6D33BA-0919-408E-8757-84DBFB4BA50F}"/>
              </a:ext>
            </a:extLst>
          </p:cNvPr>
          <p:cNvSpPr/>
          <p:nvPr/>
        </p:nvSpPr>
        <p:spPr>
          <a:xfrm>
            <a:off x="5136776" y="4294094"/>
            <a:ext cx="1833421" cy="9081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5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Introducing </a:t>
            </a:r>
            <a:r>
              <a:rPr lang="en-US" sz="3600" b="1" dirty="0" err="1"/>
              <a:t>DevAccess</a:t>
            </a:r>
            <a:endParaRPr lang="en-US" sz="33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9013ED-7167-44E5-9CAB-AAF196C85C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3718" y="1341842"/>
            <a:ext cx="771878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Web-based platform where developers submit access requests.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Managers approve with one click via dashboard.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Upon approval, </a:t>
            </a:r>
            <a:r>
              <a:rPr lang="en-US" altLang="en-US" sz="1800" dirty="0" err="1">
                <a:latin typeface="Arial" panose="020B0604020202020204" pitchFamily="34" charset="0"/>
              </a:rPr>
              <a:t>DevAccess</a:t>
            </a:r>
            <a:r>
              <a:rPr lang="en-US" altLang="en-US" sz="1800" dirty="0">
                <a:latin typeface="Arial" panose="020B0604020202020204" pitchFamily="34" charset="0"/>
              </a:rPr>
              <a:t> automatically grants temporary credentials.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All actions are logged for audits.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A19C82-9797-4DC1-9C43-69D4446F5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199" y="3138724"/>
            <a:ext cx="3072106" cy="289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0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Simple </a:t>
            </a:r>
            <a:r>
              <a:rPr lang="en-US" sz="3600" b="1" dirty="0"/>
              <a:t>3-Step</a:t>
            </a:r>
            <a:r>
              <a:rPr lang="en-US" sz="3600" dirty="0"/>
              <a:t> Workflow</a:t>
            </a:r>
            <a:endParaRPr lang="en-US" sz="33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7CBEB6-6DAD-4350-A03C-A62DE69DC6F9}"/>
              </a:ext>
            </a:extLst>
          </p:cNvPr>
          <p:cNvGrpSpPr/>
          <p:nvPr/>
        </p:nvGrpSpPr>
        <p:grpSpPr>
          <a:xfrm>
            <a:off x="2070842" y="2541195"/>
            <a:ext cx="8050316" cy="1192306"/>
            <a:chOff x="1856880" y="2652955"/>
            <a:chExt cx="8050316" cy="119230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3A327F-57F0-486B-AAFB-7BCE976C1E19}"/>
                </a:ext>
              </a:extLst>
            </p:cNvPr>
            <p:cNvSpPr/>
            <p:nvPr/>
          </p:nvSpPr>
          <p:spPr>
            <a:xfrm>
              <a:off x="1856880" y="2652955"/>
              <a:ext cx="2420472" cy="11923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Developer requests access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AD561D-E909-45D6-A4BE-B948D08080FC}"/>
                </a:ext>
              </a:extLst>
            </p:cNvPr>
            <p:cNvSpPr/>
            <p:nvPr/>
          </p:nvSpPr>
          <p:spPr>
            <a:xfrm>
              <a:off x="4716627" y="2652955"/>
              <a:ext cx="2420472" cy="11923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Manager approves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96246C-5FFA-45C0-98D0-356E36AD3E2E}"/>
                </a:ext>
              </a:extLst>
            </p:cNvPr>
            <p:cNvSpPr/>
            <p:nvPr/>
          </p:nvSpPr>
          <p:spPr>
            <a:xfrm>
              <a:off x="7486724" y="2652955"/>
              <a:ext cx="2420472" cy="11923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System auto-grants temporary access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01D55929-0DBB-4408-B361-560EBE35ADE0}"/>
                </a:ext>
              </a:extLst>
            </p:cNvPr>
            <p:cNvSpPr/>
            <p:nvPr/>
          </p:nvSpPr>
          <p:spPr>
            <a:xfrm>
              <a:off x="4391696" y="3190837"/>
              <a:ext cx="235281" cy="11654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BF7D1824-282E-4BC8-8C87-D757AC4DB74F}"/>
                </a:ext>
              </a:extLst>
            </p:cNvPr>
            <p:cNvSpPr/>
            <p:nvPr/>
          </p:nvSpPr>
          <p:spPr>
            <a:xfrm>
              <a:off x="7194271" y="3190836"/>
              <a:ext cx="235281" cy="11654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39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Secure by Design</a:t>
            </a:r>
            <a:endParaRPr lang="en-US" sz="33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9013ED-7167-44E5-9CAB-AAF196C85C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22998" y="926344"/>
            <a:ext cx="4276762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Role-based permissions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Approval workflows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Time-limited credentials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Full activity logs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Email / Slack notifications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Integration with AWS, GitHub, </a:t>
            </a:r>
            <a:r>
              <a:rPr lang="en-US" altLang="en-US" sz="1800" dirty="0" err="1">
                <a:latin typeface="Arial" panose="020B0604020202020204" pitchFamily="34" charset="0"/>
              </a:rPr>
              <a:t>etc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9D458-5D2A-48A7-A214-716E9CDF6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236" y="2120290"/>
            <a:ext cx="3381847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Developer Dashboard</a:t>
            </a:r>
            <a:endParaRPr lang="en-US" sz="33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CFA64D-1095-4CBD-954F-0B6473600556}"/>
              </a:ext>
            </a:extLst>
          </p:cNvPr>
          <p:cNvSpPr txBox="1">
            <a:spLocks/>
          </p:cNvSpPr>
          <p:nvPr/>
        </p:nvSpPr>
        <p:spPr>
          <a:xfrm>
            <a:off x="3048000" y="52022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26E607-F5E3-49AF-8887-6CB41EBA5C44}"/>
              </a:ext>
            </a:extLst>
          </p:cNvPr>
          <p:cNvGrpSpPr/>
          <p:nvPr/>
        </p:nvGrpSpPr>
        <p:grpSpPr>
          <a:xfrm>
            <a:off x="284480" y="2541494"/>
            <a:ext cx="11623040" cy="887506"/>
            <a:chOff x="284480" y="2541494"/>
            <a:chExt cx="11623040" cy="887506"/>
          </a:xfrm>
        </p:grpSpPr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C2F9D457-AD05-4F70-BA7C-FEE7BA8D7278}"/>
                </a:ext>
              </a:extLst>
            </p:cNvPr>
            <p:cNvSpPr txBox="1">
              <a:spLocks/>
            </p:cNvSpPr>
            <p:nvPr/>
          </p:nvSpPr>
          <p:spPr>
            <a:xfrm>
              <a:off x="284480" y="2541494"/>
              <a:ext cx="11623040" cy="8875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/>
                <a:t>Production Access</a:t>
              </a:r>
              <a:endParaRPr lang="en-US" sz="33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03F66F-FA66-4F7B-A95B-F0D2F391D473}"/>
                </a:ext>
              </a:extLst>
            </p:cNvPr>
            <p:cNvSpPr/>
            <p:nvPr/>
          </p:nvSpPr>
          <p:spPr>
            <a:xfrm>
              <a:off x="9804400" y="2697629"/>
              <a:ext cx="1849120" cy="5752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Request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15A951-3276-433D-8413-F9970A68636E}"/>
              </a:ext>
            </a:extLst>
          </p:cNvPr>
          <p:cNvGrpSpPr/>
          <p:nvPr/>
        </p:nvGrpSpPr>
        <p:grpSpPr>
          <a:xfrm>
            <a:off x="284480" y="1448698"/>
            <a:ext cx="11623040" cy="887506"/>
            <a:chOff x="284480" y="1448698"/>
            <a:chExt cx="11623040" cy="887506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2D524E7B-7535-4870-9F53-5D5304DB4C02}"/>
                </a:ext>
              </a:extLst>
            </p:cNvPr>
            <p:cNvSpPr txBox="1">
              <a:spLocks/>
            </p:cNvSpPr>
            <p:nvPr/>
          </p:nvSpPr>
          <p:spPr>
            <a:xfrm>
              <a:off x="284480" y="1448698"/>
              <a:ext cx="11623040" cy="88750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>
                  <a:solidFill>
                    <a:schemeClr val="bg1">
                      <a:lumMod val="75000"/>
                    </a:schemeClr>
                  </a:solidFill>
                </a:rPr>
                <a:t>XYZ Access</a:t>
              </a:r>
              <a:endParaRPr lang="en-US" sz="33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CB9979-44B1-4057-9932-C30AE3E5D643}"/>
                </a:ext>
              </a:extLst>
            </p:cNvPr>
            <p:cNvSpPr/>
            <p:nvPr/>
          </p:nvSpPr>
          <p:spPr>
            <a:xfrm>
              <a:off x="9804400" y="1604833"/>
              <a:ext cx="1849120" cy="5752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Approved</a:t>
              </a: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13C7FE85-6946-4198-92C5-B4535DDBF818}"/>
              </a:ext>
            </a:extLst>
          </p:cNvPr>
          <p:cNvSpPr txBox="1">
            <a:spLocks/>
          </p:cNvSpPr>
          <p:nvPr/>
        </p:nvSpPr>
        <p:spPr>
          <a:xfrm>
            <a:off x="284480" y="3585135"/>
            <a:ext cx="11623040" cy="8875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ABC Access</a:t>
            </a:r>
            <a:endParaRPr lang="en-US" sz="33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58CC9F-C45C-48F4-BDCC-BD1B60EB15C5}"/>
              </a:ext>
            </a:extLst>
          </p:cNvPr>
          <p:cNvSpPr/>
          <p:nvPr/>
        </p:nvSpPr>
        <p:spPr>
          <a:xfrm>
            <a:off x="9804400" y="3741270"/>
            <a:ext cx="1849120" cy="5752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427705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Manager Approval &amp; Access Log</a:t>
            </a:r>
            <a:endParaRPr lang="en-US" sz="33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9BC378-5E13-490C-9770-000C29FF6F8A}"/>
              </a:ext>
            </a:extLst>
          </p:cNvPr>
          <p:cNvGrpSpPr/>
          <p:nvPr/>
        </p:nvGrpSpPr>
        <p:grpSpPr>
          <a:xfrm>
            <a:off x="284480" y="1448698"/>
            <a:ext cx="11623040" cy="887506"/>
            <a:chOff x="284480" y="1448698"/>
            <a:chExt cx="11623040" cy="887506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2D524E7B-7535-4870-9F53-5D5304DB4C02}"/>
                </a:ext>
              </a:extLst>
            </p:cNvPr>
            <p:cNvSpPr txBox="1">
              <a:spLocks/>
            </p:cNvSpPr>
            <p:nvPr/>
          </p:nvSpPr>
          <p:spPr>
            <a:xfrm>
              <a:off x="284480" y="1448698"/>
              <a:ext cx="11623040" cy="8875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/>
                <a:t>XYZ Access</a:t>
              </a:r>
              <a:endParaRPr lang="en-US" sz="3300" b="1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158CC9F-C45C-48F4-BDCC-BD1B60EB15C5}"/>
                </a:ext>
              </a:extLst>
            </p:cNvPr>
            <p:cNvSpPr/>
            <p:nvPr/>
          </p:nvSpPr>
          <p:spPr>
            <a:xfrm>
              <a:off x="9804400" y="1604833"/>
              <a:ext cx="1849120" cy="57523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4">
                      <a:lumMod val="50000"/>
                    </a:schemeClr>
                  </a:solidFill>
                </a:rPr>
                <a:t>Revoke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757BF6D-1674-4DAE-AFED-233068086E29}"/>
              </a:ext>
            </a:extLst>
          </p:cNvPr>
          <p:cNvGrpSpPr/>
          <p:nvPr/>
        </p:nvGrpSpPr>
        <p:grpSpPr>
          <a:xfrm>
            <a:off x="284480" y="2580789"/>
            <a:ext cx="11623040" cy="887506"/>
            <a:chOff x="284480" y="3585135"/>
            <a:chExt cx="11623040" cy="887506"/>
          </a:xfrm>
        </p:grpSpPr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13C7FE85-6946-4198-92C5-B4535DDBF818}"/>
                </a:ext>
              </a:extLst>
            </p:cNvPr>
            <p:cNvSpPr txBox="1">
              <a:spLocks/>
            </p:cNvSpPr>
            <p:nvPr/>
          </p:nvSpPr>
          <p:spPr>
            <a:xfrm>
              <a:off x="284480" y="3585135"/>
              <a:ext cx="11623040" cy="8875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600" dirty="0"/>
                <a:t>ABC Access</a:t>
              </a:r>
              <a:endParaRPr lang="en-US" sz="3300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7791B-E1E1-4E6C-A200-A363DD59DCDA}"/>
                </a:ext>
              </a:extLst>
            </p:cNvPr>
            <p:cNvSpPr/>
            <p:nvPr/>
          </p:nvSpPr>
          <p:spPr>
            <a:xfrm>
              <a:off x="9804400" y="3741270"/>
              <a:ext cx="1849120" cy="57523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Approve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598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Turning </a:t>
            </a:r>
            <a:r>
              <a:rPr lang="en-US" sz="3600" dirty="0" err="1"/>
              <a:t>DevAccess</a:t>
            </a:r>
            <a:r>
              <a:rPr lang="en-US" sz="3600" dirty="0"/>
              <a:t> into a SaaS Product</a:t>
            </a:r>
            <a:endParaRPr lang="en-US" sz="33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9013ED-7167-44E5-9CAB-AAF196C85C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3718" y="1341842"/>
            <a:ext cx="737695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Offered as a cloud-based subscription service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Companies pay per active developer/month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Secure API integration with their existing IAM (AWS IAM, Azure AD)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Arial" panose="020B0604020202020204" pitchFamily="34" charset="0"/>
              </a:rPr>
              <a:t>Potential partnerships with DevOps platforms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D9260C-8856-4DB8-8B6A-4DD22F53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950" y="3429000"/>
            <a:ext cx="4363059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6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0ABF-1D96-4B9A-8FAC-780031B6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8750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Why </a:t>
            </a:r>
            <a:r>
              <a:rPr lang="en-US" sz="3600" b="1" dirty="0" err="1"/>
              <a:t>DevAccess</a:t>
            </a:r>
            <a:r>
              <a:rPr lang="en-US" sz="3600" b="1" dirty="0"/>
              <a:t> Matters</a:t>
            </a:r>
            <a:endParaRPr lang="en-US" sz="33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D1B3EC0-05EF-4998-9FA6-A6B376EE2CEF}"/>
              </a:ext>
            </a:extLst>
          </p:cNvPr>
          <p:cNvSpPr txBox="1">
            <a:spLocks/>
          </p:cNvSpPr>
          <p:nvPr/>
        </p:nvSpPr>
        <p:spPr>
          <a:xfrm>
            <a:off x="833718" y="404130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9013ED-7167-44E5-9CAB-AAF196C85C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3718" y="1549591"/>
            <a:ext cx="480772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Arial" panose="020B0604020202020204" pitchFamily="34" charset="0"/>
              </a:rPr>
              <a:t>Saves time and reduces security risks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Arial" panose="020B0604020202020204" pitchFamily="34" charset="0"/>
              </a:rPr>
              <a:t>Fits modern DevOps culture of automation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800" dirty="0">
                <a:latin typeface="Arial" panose="020B0604020202020204" pitchFamily="34" charset="0"/>
              </a:rPr>
              <a:t>Scales easily for global teams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BB10984-5F59-4CEF-A66B-69D1B12A8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440" y="4020878"/>
            <a:ext cx="10829962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“With </a:t>
            </a:r>
            <a:r>
              <a:rPr kumimoji="0" lang="en-US" altLang="en-US" sz="4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DevAccess</a:t>
            </a:r>
            <a:r>
              <a:rPr kumimoji="0" lang="en-US" altLang="en-US" sz="4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security and speed no longer compete — they collaborate.”</a:t>
            </a:r>
          </a:p>
        </p:txBody>
      </p:sp>
    </p:spTree>
    <p:extLst>
      <p:ext uri="{BB962C8B-B14F-4D97-AF65-F5344CB8AC3E}">
        <p14:creationId xmlns:p14="http://schemas.microsoft.com/office/powerpoint/2010/main" val="340300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265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Wingdings</vt:lpstr>
      <vt:lpstr>Office Theme</vt:lpstr>
      <vt:lpstr>DevAccess: Secure, Efficient Developer Access Management</vt:lpstr>
      <vt:lpstr>The Challenge: Managing Access is Slow and Risky</vt:lpstr>
      <vt:lpstr>What if Access Requests Were Fast, Auditable, and Secure?</vt:lpstr>
      <vt:lpstr>Introducing DevAccess</vt:lpstr>
      <vt:lpstr>Simple 3-Step Workflow</vt:lpstr>
      <vt:lpstr>Secure by Design</vt:lpstr>
      <vt:lpstr>Developer Dashboard</vt:lpstr>
      <vt:lpstr>Manager Approval &amp; Access Log</vt:lpstr>
      <vt:lpstr>Turning DevAccess into a SaaS Product</vt:lpstr>
      <vt:lpstr>Why DevAccess Matters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Michael Cheng</dc:creator>
  <cp:lastModifiedBy>Jan Michael Cheng</cp:lastModifiedBy>
  <cp:revision>19</cp:revision>
  <dcterms:created xsi:type="dcterms:W3CDTF">2025-11-07T22:29:41Z</dcterms:created>
  <dcterms:modified xsi:type="dcterms:W3CDTF">2025-11-07T23:30:13Z</dcterms:modified>
</cp:coreProperties>
</file>